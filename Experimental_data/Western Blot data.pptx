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42" r:id="rId3"/>
    <p:sldId id="343" r:id="rId4"/>
    <p:sldId id="34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794"/>
  </p:normalViewPr>
  <p:slideViewPr>
    <p:cSldViewPr snapToGrid="0">
      <p:cViewPr varScale="1">
        <p:scale>
          <a:sx n="105" d="100"/>
          <a:sy n="105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3BEA5-022E-E567-4239-4DD87BB04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937FB-E61C-5CD5-3030-FA61AEA0F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E4248-FB38-BAFC-A014-5ED6115F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0BFE3-398A-0E5B-7009-DA76A735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7613F-F8CC-1BA7-0447-05B3D305C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9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694DA-2FD3-7074-B1C8-8B1FF5C7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221DB-A8C0-9A2C-98A1-F89EB5590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8C9C3-717F-6126-C936-6F9F434B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AEEEA-5640-FAE1-30E3-13FCB35D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E148D-2781-0368-6759-10BCB11D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7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397B-7381-0377-B435-C1883B672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8BED0-7F0B-20FD-B0B7-B3701D129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E23BB-CC49-1AB2-5B5D-305DBF2FA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01008-09C7-BAC3-E3B4-586077CF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70033-121A-3FC4-154B-279C6BB3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64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C396-95BD-1B1A-9E12-154EC8CCA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A249-A9A3-F572-990D-54B63FC5D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7E957-2976-4B37-1964-E6C3C2003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A520C-F7BC-2B3E-2FC6-85665272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698A0-87A7-1203-6548-313ED197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AA1FF-8F76-E2EE-8CFE-E6FF5B16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55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4A3F2-0CE4-0D49-222F-2BC887E0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1F49D-E25E-A6A0-CD47-D8FBC6B01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D17E03-BEC7-4E5B-DF4C-2026946A6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E00C24-2F26-6604-956B-FB3F3D294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47429-6383-3E50-631E-A324720B4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263FF-9202-8679-92FF-C25286CBC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00506-3AB4-E600-2E28-7840450DE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C5AB7-21AD-3940-74BA-1281A378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B543-9FFB-8663-7415-744735970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4E0CD-062D-7DB6-66D0-A6CD0C34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A0126-FEB7-464A-EFCE-5EFCC058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903DA-1245-38EE-78B0-98363A5B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8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BD866-3EAA-D2F2-AE84-BE93AC08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2A3FA-C483-56C3-608F-9DE3712E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0BBC3-EC54-CA63-4324-6FEBBBFF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36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1F06B-8715-846A-CA76-8BB270C6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9A18E-0340-E534-C432-916A3A0B7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6CEA1-0A01-F2A8-F36B-7E912510A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2AB47-8D94-FED5-DDB2-E5E5C59B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40DD3-BED2-C19E-05B3-9D6B9C19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63E8E-9141-9372-67BD-7666B09E1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1F1DB-C3AC-F9A6-2EDB-C3E1B03D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6B713-E834-FDA9-F6F1-4C9C6FB0C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409C6-C655-4CF6-70ED-BDFF83EF2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4C892-DAE8-2C48-8C01-0C11A7741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8F44F-AFE8-948D-D043-A21BAB8B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98DDF-9538-01AE-F200-021503177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4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C5E2-DF5F-4F13-C984-70C399811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8EA9D-AAC5-FF60-E82D-D7709C53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4EBCA-1032-B843-6993-E0A7C5C8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3EB78-AEF7-5601-5CBF-63BFF95F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5F09B-F917-10A4-419F-5CF82302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7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89A0DC-6527-1EC8-B7D0-FE30C0A0E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2DA66-B462-E147-5A15-EA74E6259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3FD63-C61A-FC8A-5EE1-83B0CFF6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2B007-7805-65EA-3DB6-76590EAD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D88B5-9900-FBB7-E271-81CF3A7F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1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16422-640D-D3E4-F39E-631811C99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DCC55-5DBF-6E3D-C85D-EE2C809B1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5D8AE-C279-6E4E-F2FC-F771DBD7B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86011-4C38-734B-8D5B-E6CCBF6F5EF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18AE1-7E6A-B38A-CC5B-D6BF6F370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36E72-B673-8D6A-7732-9D46CC85D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DC6E1-CC55-DF47-BCA2-F1EE15455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48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tif"/><Relationship Id="rId4" Type="http://schemas.openxmlformats.org/officeDocument/2006/relationships/image" Target="../media/image2.t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ti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23FC-2FFA-6E22-9EFC-C3BDEAB715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Western Blot data</a:t>
            </a:r>
          </a:p>
        </p:txBody>
      </p:sp>
    </p:spTree>
    <p:extLst>
      <p:ext uri="{BB962C8B-B14F-4D97-AF65-F5344CB8AC3E}">
        <p14:creationId xmlns:p14="http://schemas.microsoft.com/office/powerpoint/2010/main" val="1355034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D453268B-0D46-DC52-718C-F5E7F2EE9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049049"/>
              </p:ext>
            </p:extLst>
          </p:nvPr>
        </p:nvGraphicFramePr>
        <p:xfrm>
          <a:off x="2939897" y="1480763"/>
          <a:ext cx="6312205" cy="322837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262441">
                  <a:extLst>
                    <a:ext uri="{9D8B030D-6E8A-4147-A177-3AD203B41FA5}">
                      <a16:colId xmlns:a16="http://schemas.microsoft.com/office/drawing/2014/main" val="3022935688"/>
                    </a:ext>
                  </a:extLst>
                </a:gridCol>
                <a:gridCol w="1262441">
                  <a:extLst>
                    <a:ext uri="{9D8B030D-6E8A-4147-A177-3AD203B41FA5}">
                      <a16:colId xmlns:a16="http://schemas.microsoft.com/office/drawing/2014/main" val="82584041"/>
                    </a:ext>
                  </a:extLst>
                </a:gridCol>
                <a:gridCol w="1262441">
                  <a:extLst>
                    <a:ext uri="{9D8B030D-6E8A-4147-A177-3AD203B41FA5}">
                      <a16:colId xmlns:a16="http://schemas.microsoft.com/office/drawing/2014/main" val="1271603537"/>
                    </a:ext>
                  </a:extLst>
                </a:gridCol>
                <a:gridCol w="1262441">
                  <a:extLst>
                    <a:ext uri="{9D8B030D-6E8A-4147-A177-3AD203B41FA5}">
                      <a16:colId xmlns:a16="http://schemas.microsoft.com/office/drawing/2014/main" val="1874317839"/>
                    </a:ext>
                  </a:extLst>
                </a:gridCol>
                <a:gridCol w="1262441">
                  <a:extLst>
                    <a:ext uri="{9D8B030D-6E8A-4147-A177-3AD203B41FA5}">
                      <a16:colId xmlns:a16="http://schemas.microsoft.com/office/drawing/2014/main" val="826066930"/>
                    </a:ext>
                  </a:extLst>
                </a:gridCol>
              </a:tblGrid>
              <a:tr h="5172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Antibody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033636"/>
                  </a:ext>
                </a:extLst>
              </a:tr>
              <a:tr h="7302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Codanin-1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A304-951A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Bethyl</a:t>
                      </a:r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Rabbit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1:100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732556"/>
                  </a:ext>
                </a:extLst>
              </a:tr>
              <a:tr h="5172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FLAG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F1804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Sigma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Mouse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1:2000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683399"/>
                  </a:ext>
                </a:extLst>
              </a:tr>
              <a:tr h="7302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α</a:t>
                      </a:r>
                      <a:r>
                        <a:rPr lang="en-GB" sz="14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-mouse HRP</a:t>
                      </a:r>
                    </a:p>
                    <a:p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P0260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Agilent Tech.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1:2000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7379"/>
                  </a:ext>
                </a:extLst>
              </a:tr>
              <a:tr h="7302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400" b="0" i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α</a:t>
                      </a:r>
                      <a:r>
                        <a:rPr lang="en-GB" sz="14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-rabbit HRP</a:t>
                      </a:r>
                    </a:p>
                    <a:p>
                      <a:endParaRPr lang="en-US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P0448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Agilent Tech.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1:2000</a:t>
                      </a:r>
                    </a:p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1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518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332C11-E2EF-2A74-C8E7-09274798306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rcRect l="-2401" t="-7180" r="-1561" b="-3448"/>
          <a:stretch/>
        </p:blipFill>
        <p:spPr>
          <a:xfrm>
            <a:off x="750935" y="1747424"/>
            <a:ext cx="5220183" cy="867359"/>
          </a:xfrm>
          <a:prstGeom prst="rect">
            <a:avLst/>
          </a:prstGeom>
          <a:ln w="9525"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8AAECE-E505-FB17-BB5E-EC5AA266C9F3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l="-2784" t="-8807" r="-6291" b="-10418"/>
          <a:stretch/>
        </p:blipFill>
        <p:spPr>
          <a:xfrm flipH="1">
            <a:off x="555154" y="4083378"/>
            <a:ext cx="4848631" cy="2264127"/>
          </a:xfrm>
          <a:prstGeom prst="rect">
            <a:avLst/>
          </a:prstGeom>
          <a:ln w="9525"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B529D4-61B5-4BB9-A953-5BE629C1930C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l="-501" t="-2794" r="-4153" b="-4762"/>
          <a:stretch/>
        </p:blipFill>
        <p:spPr>
          <a:xfrm flipH="1">
            <a:off x="6688008" y="3937102"/>
            <a:ext cx="4848632" cy="2485559"/>
          </a:xfrm>
          <a:prstGeom prst="rect">
            <a:avLst/>
          </a:prstGeom>
          <a:ln w="9525"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BE7082-8199-B1FF-BFA9-901C1D11FA7C}"/>
              </a:ext>
            </a:extLst>
          </p:cNvPr>
          <p:cNvSpPr txBox="1"/>
          <p:nvPr/>
        </p:nvSpPr>
        <p:spPr>
          <a:xfrm rot="19194992">
            <a:off x="1504212" y="1410518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4EEA75-A0AB-999B-88CC-9B5418ACB5F1}"/>
              </a:ext>
            </a:extLst>
          </p:cNvPr>
          <p:cNvSpPr txBox="1"/>
          <p:nvPr/>
        </p:nvSpPr>
        <p:spPr>
          <a:xfrm rot="19194992">
            <a:off x="2012781" y="1451805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6828D9-BA4B-FBD0-0927-2F4F91F5AA5E}"/>
              </a:ext>
            </a:extLst>
          </p:cNvPr>
          <p:cNvSpPr txBox="1"/>
          <p:nvPr/>
        </p:nvSpPr>
        <p:spPr>
          <a:xfrm rot="19194992">
            <a:off x="2391322" y="1330008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IP:FLAG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9309FC8-5592-A3D8-C640-071BB5D8774C}"/>
              </a:ext>
            </a:extLst>
          </p:cNvPr>
          <p:cNvCxnSpPr>
            <a:cxnSpLocks/>
          </p:cNvCxnSpPr>
          <p:nvPr/>
        </p:nvCxnSpPr>
        <p:spPr>
          <a:xfrm>
            <a:off x="1476821" y="973470"/>
            <a:ext cx="1482969" cy="495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22A6A68-A8CC-F735-D6FD-4E86E66A5E88}"/>
              </a:ext>
            </a:extLst>
          </p:cNvPr>
          <p:cNvSpPr txBox="1"/>
          <p:nvPr/>
        </p:nvSpPr>
        <p:spPr>
          <a:xfrm>
            <a:off x="6149846" y="5643942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10 kDa 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2C8F7-562B-43DE-20E7-73A59618EBDE}"/>
              </a:ext>
            </a:extLst>
          </p:cNvPr>
          <p:cNvSpPr txBox="1"/>
          <p:nvPr/>
        </p:nvSpPr>
        <p:spPr>
          <a:xfrm>
            <a:off x="130195" y="1772217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250 kDa -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D27B8-915E-1083-8A99-F29462C9588A}"/>
              </a:ext>
            </a:extLst>
          </p:cNvPr>
          <p:cNvSpPr txBox="1"/>
          <p:nvPr/>
        </p:nvSpPr>
        <p:spPr>
          <a:xfrm>
            <a:off x="9621957" y="4672706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CDIN1-FLAG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A291A2-AE99-AB54-CAE7-3F2525E85167}"/>
              </a:ext>
            </a:extLst>
          </p:cNvPr>
          <p:cNvSpPr txBox="1"/>
          <p:nvPr/>
        </p:nvSpPr>
        <p:spPr>
          <a:xfrm>
            <a:off x="3368029" y="703181"/>
            <a:ext cx="2200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CDIN1</a:t>
            </a:r>
            <a:r>
              <a:rPr lang="en-US" sz="1200" baseline="30000" dirty="0">
                <a:latin typeface="Helvetica" pitchFamily="2" charset="0"/>
              </a:rPr>
              <a:t>3xFlag </a:t>
            </a:r>
            <a:r>
              <a:rPr lang="en-US" sz="1200" dirty="0">
                <a:latin typeface="Helvetica" pitchFamily="2" charset="0"/>
              </a:rPr>
              <a:t>HUDEP-2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95EB88-2610-1509-3832-B45F4732245A}"/>
              </a:ext>
            </a:extLst>
          </p:cNvPr>
          <p:cNvSpPr txBox="1"/>
          <p:nvPr/>
        </p:nvSpPr>
        <p:spPr>
          <a:xfrm>
            <a:off x="1857488" y="703181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HUDEP-2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3D8BCB-062B-AA8B-0A74-7B5F5AE4CB6F}"/>
              </a:ext>
            </a:extLst>
          </p:cNvPr>
          <p:cNvSpPr txBox="1"/>
          <p:nvPr/>
        </p:nvSpPr>
        <p:spPr>
          <a:xfrm rot="19194992">
            <a:off x="3476846" y="1413646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Input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5207BB-65C3-8120-86E5-24DC9281BFA0}"/>
              </a:ext>
            </a:extLst>
          </p:cNvPr>
          <p:cNvSpPr txBox="1"/>
          <p:nvPr/>
        </p:nvSpPr>
        <p:spPr>
          <a:xfrm rot="19194992">
            <a:off x="3915565" y="1454933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DD0E50-977C-DC97-134E-4CDBCBB4A5AF}"/>
              </a:ext>
            </a:extLst>
          </p:cNvPr>
          <p:cNvSpPr txBox="1"/>
          <p:nvPr/>
        </p:nvSpPr>
        <p:spPr>
          <a:xfrm rot="19194992">
            <a:off x="4751218" y="1333136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IP:FLAG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338B71-E5D4-4C92-1C6E-ABFB385787F8}"/>
              </a:ext>
            </a:extLst>
          </p:cNvPr>
          <p:cNvCxnSpPr>
            <a:cxnSpLocks/>
          </p:cNvCxnSpPr>
          <p:nvPr/>
        </p:nvCxnSpPr>
        <p:spPr>
          <a:xfrm>
            <a:off x="3373013" y="979820"/>
            <a:ext cx="201317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0F3E9D9-B933-C1ED-E096-A20341A209C2}"/>
              </a:ext>
            </a:extLst>
          </p:cNvPr>
          <p:cNvSpPr txBox="1"/>
          <p:nvPr/>
        </p:nvSpPr>
        <p:spPr>
          <a:xfrm>
            <a:off x="130195" y="2083083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130 kDa 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80E0E-2016-9894-6D1E-CD5149403298}"/>
              </a:ext>
            </a:extLst>
          </p:cNvPr>
          <p:cNvSpPr txBox="1"/>
          <p:nvPr/>
        </p:nvSpPr>
        <p:spPr>
          <a:xfrm>
            <a:off x="130194" y="2393949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100 kDa -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6F2B12-5031-E4FA-CA7D-31BFB2D1E7E4}"/>
              </a:ext>
            </a:extLst>
          </p:cNvPr>
          <p:cNvSpPr txBox="1"/>
          <p:nvPr/>
        </p:nvSpPr>
        <p:spPr>
          <a:xfrm rot="19194992">
            <a:off x="889790" y="389159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Input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707BC4-5486-243B-DD83-9A52FA9D6584}"/>
              </a:ext>
            </a:extLst>
          </p:cNvPr>
          <p:cNvSpPr txBox="1"/>
          <p:nvPr/>
        </p:nvSpPr>
        <p:spPr>
          <a:xfrm rot="19194992">
            <a:off x="1277888" y="3932879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66608D-880C-AEED-D611-86F54EADAD9A}"/>
              </a:ext>
            </a:extLst>
          </p:cNvPr>
          <p:cNvSpPr txBox="1"/>
          <p:nvPr/>
        </p:nvSpPr>
        <p:spPr>
          <a:xfrm rot="19194992">
            <a:off x="1585920" y="3811082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IP:FLAG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C01C581-4881-B0BB-F5DE-35B975A23F24}"/>
              </a:ext>
            </a:extLst>
          </p:cNvPr>
          <p:cNvCxnSpPr>
            <a:cxnSpLocks/>
          </p:cNvCxnSpPr>
          <p:nvPr/>
        </p:nvCxnSpPr>
        <p:spPr>
          <a:xfrm>
            <a:off x="862399" y="3573961"/>
            <a:ext cx="1354471" cy="1425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3A07F2-70EA-79D6-4FD7-C009A1B60BD5}"/>
              </a:ext>
            </a:extLst>
          </p:cNvPr>
          <p:cNvSpPr txBox="1"/>
          <p:nvPr/>
        </p:nvSpPr>
        <p:spPr>
          <a:xfrm>
            <a:off x="5354275" y="1860936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Codanin-1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9A6525-0F65-99E8-5092-30E3C3EABFAD}"/>
              </a:ext>
            </a:extLst>
          </p:cNvPr>
          <p:cNvSpPr txBox="1"/>
          <p:nvPr/>
        </p:nvSpPr>
        <p:spPr>
          <a:xfrm>
            <a:off x="1998809" y="3312972"/>
            <a:ext cx="2200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CDIN1</a:t>
            </a:r>
            <a:r>
              <a:rPr lang="en-US" sz="1200" baseline="30000" dirty="0">
                <a:latin typeface="Helvetica" pitchFamily="2" charset="0"/>
              </a:rPr>
              <a:t>3xFlag </a:t>
            </a:r>
            <a:r>
              <a:rPr lang="en-US" sz="1200" dirty="0">
                <a:latin typeface="Helvetica" pitchFamily="2" charset="0"/>
              </a:rPr>
              <a:t>HUDEP-2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E0171D-7D69-A5C3-DB3E-9A5834299476}"/>
              </a:ext>
            </a:extLst>
          </p:cNvPr>
          <p:cNvSpPr txBox="1"/>
          <p:nvPr/>
        </p:nvSpPr>
        <p:spPr>
          <a:xfrm>
            <a:off x="1114568" y="3312972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HUDEP-2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C2D92A-EB9B-D332-307E-982C85240F7A}"/>
              </a:ext>
            </a:extLst>
          </p:cNvPr>
          <p:cNvSpPr txBox="1"/>
          <p:nvPr/>
        </p:nvSpPr>
        <p:spPr>
          <a:xfrm rot="19194992">
            <a:off x="2097063" y="389159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Input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7B4AB4-1F74-0122-B597-7E10427ADCC4}"/>
              </a:ext>
            </a:extLst>
          </p:cNvPr>
          <p:cNvSpPr txBox="1"/>
          <p:nvPr/>
        </p:nvSpPr>
        <p:spPr>
          <a:xfrm rot="19194992">
            <a:off x="2484395" y="3932879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2B733F-72EC-A22C-9CC1-9278026A2F70}"/>
              </a:ext>
            </a:extLst>
          </p:cNvPr>
          <p:cNvSpPr txBox="1"/>
          <p:nvPr/>
        </p:nvSpPr>
        <p:spPr>
          <a:xfrm rot="19194992">
            <a:off x="2811142" y="3811082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IP:FLAG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ED343A9-AA29-5575-9A4B-85333AFF0C8A}"/>
              </a:ext>
            </a:extLst>
          </p:cNvPr>
          <p:cNvCxnSpPr>
            <a:cxnSpLocks/>
          </p:cNvCxnSpPr>
          <p:nvPr/>
        </p:nvCxnSpPr>
        <p:spPr>
          <a:xfrm>
            <a:off x="2318229" y="3586389"/>
            <a:ext cx="1482969" cy="495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D3824AB-F7F8-D3EB-7FB9-F31824481E9F}"/>
              </a:ext>
            </a:extLst>
          </p:cNvPr>
          <p:cNvSpPr txBox="1"/>
          <p:nvPr/>
        </p:nvSpPr>
        <p:spPr>
          <a:xfrm>
            <a:off x="3432377" y="4995793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Codanin-1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A6F358-FF5E-C059-8AD3-528DF6D2281A}"/>
              </a:ext>
            </a:extLst>
          </p:cNvPr>
          <p:cNvSpPr txBox="1"/>
          <p:nvPr/>
        </p:nvSpPr>
        <p:spPr>
          <a:xfrm>
            <a:off x="6149846" y="5479677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15 kDa -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0FF426-0C79-D5F6-31D1-4AF73204962B}"/>
              </a:ext>
            </a:extLst>
          </p:cNvPr>
          <p:cNvSpPr txBox="1"/>
          <p:nvPr/>
        </p:nvSpPr>
        <p:spPr>
          <a:xfrm>
            <a:off x="6149845" y="512054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25 kDa 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8A3950-CBBF-A57D-D344-CF790031BED4}"/>
              </a:ext>
            </a:extLst>
          </p:cNvPr>
          <p:cNvSpPr txBox="1"/>
          <p:nvPr/>
        </p:nvSpPr>
        <p:spPr>
          <a:xfrm>
            <a:off x="6149845" y="482398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35 kDa -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488F39-6FD0-14D1-A3F2-33FB11473ECB}"/>
              </a:ext>
            </a:extLst>
          </p:cNvPr>
          <p:cNvSpPr txBox="1"/>
          <p:nvPr/>
        </p:nvSpPr>
        <p:spPr>
          <a:xfrm>
            <a:off x="6149844" y="418376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55 kDa -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F23BFB-7F96-C75B-4A19-81A1026D935D}"/>
              </a:ext>
            </a:extLst>
          </p:cNvPr>
          <p:cNvSpPr txBox="1"/>
          <p:nvPr/>
        </p:nvSpPr>
        <p:spPr>
          <a:xfrm>
            <a:off x="6134008" y="390919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70 kDa 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3E7D36-CA72-39CC-823D-43005F92BC7B}"/>
              </a:ext>
            </a:extLst>
          </p:cNvPr>
          <p:cNvSpPr txBox="1"/>
          <p:nvPr/>
        </p:nvSpPr>
        <p:spPr>
          <a:xfrm rot="19194992">
            <a:off x="7294152" y="359958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Input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2D4441-C804-C96A-88E0-772280785D52}"/>
              </a:ext>
            </a:extLst>
          </p:cNvPr>
          <p:cNvSpPr txBox="1"/>
          <p:nvPr/>
        </p:nvSpPr>
        <p:spPr>
          <a:xfrm rot="19194992">
            <a:off x="7682250" y="3640869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1D3B0B-1D25-03A2-7F49-9101CB88EAC1}"/>
              </a:ext>
            </a:extLst>
          </p:cNvPr>
          <p:cNvSpPr txBox="1"/>
          <p:nvPr/>
        </p:nvSpPr>
        <p:spPr>
          <a:xfrm rot="19194992">
            <a:off x="7990282" y="3519072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IP:FLAG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BCC55F-0C23-E14B-DC63-2627368E11F2}"/>
              </a:ext>
            </a:extLst>
          </p:cNvPr>
          <p:cNvCxnSpPr>
            <a:cxnSpLocks/>
          </p:cNvCxnSpPr>
          <p:nvPr/>
        </p:nvCxnSpPr>
        <p:spPr>
          <a:xfrm>
            <a:off x="7138263" y="3291251"/>
            <a:ext cx="1482969" cy="495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3FC6098-7DFD-C4A4-A9C4-A0323BFC5FA8}"/>
              </a:ext>
            </a:extLst>
          </p:cNvPr>
          <p:cNvSpPr txBox="1"/>
          <p:nvPr/>
        </p:nvSpPr>
        <p:spPr>
          <a:xfrm>
            <a:off x="8403171" y="3020962"/>
            <a:ext cx="2200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CDIN1</a:t>
            </a:r>
            <a:r>
              <a:rPr lang="en-US" sz="1200" baseline="30000" dirty="0">
                <a:latin typeface="Helvetica" pitchFamily="2" charset="0"/>
              </a:rPr>
              <a:t>3xFlag </a:t>
            </a:r>
            <a:r>
              <a:rPr lang="en-US" sz="1200" dirty="0">
                <a:latin typeface="Helvetica" pitchFamily="2" charset="0"/>
              </a:rPr>
              <a:t>HUDEP-2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B327CEA-13ED-2F4D-3272-F2B611EB0B10}"/>
              </a:ext>
            </a:extLst>
          </p:cNvPr>
          <p:cNvSpPr txBox="1"/>
          <p:nvPr/>
        </p:nvSpPr>
        <p:spPr>
          <a:xfrm>
            <a:off x="7518930" y="3020962"/>
            <a:ext cx="857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HUDEP-2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0A97FE-BCCB-397E-97AD-E6CE20760884}"/>
              </a:ext>
            </a:extLst>
          </p:cNvPr>
          <p:cNvSpPr txBox="1"/>
          <p:nvPr/>
        </p:nvSpPr>
        <p:spPr>
          <a:xfrm rot="19194992">
            <a:off x="8501425" y="3599582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Input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E1824B-0C9D-3199-D45F-CA8490467B6A}"/>
              </a:ext>
            </a:extLst>
          </p:cNvPr>
          <p:cNvSpPr txBox="1"/>
          <p:nvPr/>
        </p:nvSpPr>
        <p:spPr>
          <a:xfrm rot="19194992">
            <a:off x="8838653" y="3640869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F23286-8F72-972F-FADA-F58D41446305}"/>
              </a:ext>
            </a:extLst>
          </p:cNvPr>
          <p:cNvSpPr txBox="1"/>
          <p:nvPr/>
        </p:nvSpPr>
        <p:spPr>
          <a:xfrm rot="19194992">
            <a:off x="9140348" y="3519072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IP:FLAG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DBFF758-27FA-A92C-7D8C-FA40CB0F1BB0}"/>
              </a:ext>
            </a:extLst>
          </p:cNvPr>
          <p:cNvCxnSpPr>
            <a:cxnSpLocks/>
          </p:cNvCxnSpPr>
          <p:nvPr/>
        </p:nvCxnSpPr>
        <p:spPr>
          <a:xfrm>
            <a:off x="8722591" y="3294379"/>
            <a:ext cx="1482969" cy="495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75EE28B-5DB3-C92E-2D60-77F8CED3C5BE}"/>
              </a:ext>
            </a:extLst>
          </p:cNvPr>
          <p:cNvSpPr txBox="1"/>
          <p:nvPr/>
        </p:nvSpPr>
        <p:spPr>
          <a:xfrm>
            <a:off x="9621957" y="4103597"/>
            <a:ext cx="11560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Heavy Chain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CCEE4A-9B89-494C-D34D-800FC4DD67E7}"/>
              </a:ext>
            </a:extLst>
          </p:cNvPr>
          <p:cNvSpPr txBox="1"/>
          <p:nvPr/>
        </p:nvSpPr>
        <p:spPr>
          <a:xfrm>
            <a:off x="9621957" y="5041381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Light Chain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1DC3A91-F001-E85B-6DBD-52CE8285C37E}"/>
              </a:ext>
            </a:extLst>
          </p:cNvPr>
          <p:cNvSpPr txBox="1"/>
          <p:nvPr/>
        </p:nvSpPr>
        <p:spPr>
          <a:xfrm>
            <a:off x="4940067" y="2568199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α</a:t>
            </a:r>
            <a:r>
              <a:rPr lang="en-GB" sz="1200" i="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>
                <a:latin typeface="Helvetica" pitchFamily="2" charset="0"/>
              </a:rPr>
              <a:t>Codanin-1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71C7BF8-ED7A-0B05-B422-82E4B7408E97}"/>
              </a:ext>
            </a:extLst>
          </p:cNvPr>
          <p:cNvSpPr txBox="1"/>
          <p:nvPr/>
        </p:nvSpPr>
        <p:spPr>
          <a:xfrm>
            <a:off x="4323224" y="6132866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α</a:t>
            </a:r>
            <a:r>
              <a:rPr lang="en-GB" sz="1200" i="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>
                <a:latin typeface="Helvetica" pitchFamily="2" charset="0"/>
              </a:rPr>
              <a:t>Codanin-1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34D10B-28A1-7BD4-6DC0-99F32D1EB772}"/>
              </a:ext>
            </a:extLst>
          </p:cNvPr>
          <p:cNvSpPr txBox="1"/>
          <p:nvPr/>
        </p:nvSpPr>
        <p:spPr>
          <a:xfrm>
            <a:off x="10657071" y="6275653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α</a:t>
            </a:r>
            <a:r>
              <a:rPr lang="en-GB" sz="1200" i="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i="0" dirty="0">
                <a:latin typeface="Helvetica" pitchFamily="2" charset="0"/>
                <a:cs typeface="Arial" panose="020B0604020202020204" pitchFamily="34" charset="0"/>
              </a:rPr>
              <a:t>FLAG</a:t>
            </a:r>
            <a:endParaRPr lang="en-US" sz="12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844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455D85E-A3D9-7D3F-8E82-B4E91DDBFE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8" t="-1069" r="5211" b="9669"/>
          <a:stretch/>
        </p:blipFill>
        <p:spPr>
          <a:xfrm flipH="1">
            <a:off x="6634618" y="2148208"/>
            <a:ext cx="4394921" cy="15538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E10F79-1D95-6777-E40E-F988E5F9C3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3185" t="238" r="4855" b="7157"/>
          <a:stretch/>
        </p:blipFill>
        <p:spPr>
          <a:xfrm flipH="1">
            <a:off x="6634618" y="3858022"/>
            <a:ext cx="4382451" cy="19917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F3DC33-078B-4942-8165-8D09FF8B1C82}"/>
              </a:ext>
            </a:extLst>
          </p:cNvPr>
          <p:cNvSpPr txBox="1"/>
          <p:nvPr/>
        </p:nvSpPr>
        <p:spPr>
          <a:xfrm>
            <a:off x="7395201" y="1069998"/>
            <a:ext cx="1122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250 mM NaCl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701665-BA1F-58B1-0E1A-B8944FC44F64}"/>
              </a:ext>
            </a:extLst>
          </p:cNvPr>
          <p:cNvSpPr txBox="1"/>
          <p:nvPr/>
        </p:nvSpPr>
        <p:spPr>
          <a:xfrm>
            <a:off x="9106460" y="1069998"/>
            <a:ext cx="1122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500 mM NaCl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9F42B8-54F4-C5EA-70AD-094388A7ADF8}"/>
              </a:ext>
            </a:extLst>
          </p:cNvPr>
          <p:cNvSpPr txBox="1"/>
          <p:nvPr/>
        </p:nvSpPr>
        <p:spPr>
          <a:xfrm>
            <a:off x="7800035" y="539662"/>
            <a:ext cx="2200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CDIN1</a:t>
            </a:r>
            <a:r>
              <a:rPr lang="en-US" sz="1200" baseline="30000" dirty="0">
                <a:latin typeface="Helvetica" pitchFamily="2" charset="0"/>
              </a:rPr>
              <a:t>3xFlag </a:t>
            </a:r>
            <a:r>
              <a:rPr lang="en-US" sz="1200" dirty="0">
                <a:latin typeface="Helvetica" pitchFamily="2" charset="0"/>
              </a:rPr>
              <a:t>HUDEP-2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5BC817-6114-C341-39DD-5E6371EEE107}"/>
              </a:ext>
            </a:extLst>
          </p:cNvPr>
          <p:cNvSpPr txBox="1"/>
          <p:nvPr/>
        </p:nvSpPr>
        <p:spPr>
          <a:xfrm rot="19194992">
            <a:off x="7118757" y="1741405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Input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37908B-98C9-7FE3-43C6-34B1CF481BAA}"/>
              </a:ext>
            </a:extLst>
          </p:cNvPr>
          <p:cNvSpPr txBox="1"/>
          <p:nvPr/>
        </p:nvSpPr>
        <p:spPr>
          <a:xfrm rot="19194992">
            <a:off x="7516094" y="1768318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96552C-0873-C70D-929C-43AF213B2846}"/>
              </a:ext>
            </a:extLst>
          </p:cNvPr>
          <p:cNvSpPr txBox="1"/>
          <p:nvPr/>
        </p:nvSpPr>
        <p:spPr>
          <a:xfrm rot="19194992">
            <a:off x="8197649" y="1659794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IP:FLAG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8B9FC9-CA8D-CA77-EBA7-0E5A8E83CB98}"/>
              </a:ext>
            </a:extLst>
          </p:cNvPr>
          <p:cNvSpPr txBox="1"/>
          <p:nvPr/>
        </p:nvSpPr>
        <p:spPr>
          <a:xfrm rot="19194992">
            <a:off x="7812274" y="1674582"/>
            <a:ext cx="733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Washes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4CDF2FB-4970-F977-7A2A-283F7F81C43A}"/>
              </a:ext>
            </a:extLst>
          </p:cNvPr>
          <p:cNvCxnSpPr>
            <a:cxnSpLocks/>
          </p:cNvCxnSpPr>
          <p:nvPr/>
        </p:nvCxnSpPr>
        <p:spPr>
          <a:xfrm>
            <a:off x="7156274" y="1408335"/>
            <a:ext cx="1669569" cy="91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01D5ED2-337C-1DA1-93C3-4531A5009AC0}"/>
              </a:ext>
            </a:extLst>
          </p:cNvPr>
          <p:cNvCxnSpPr>
            <a:cxnSpLocks/>
          </p:cNvCxnSpPr>
          <p:nvPr/>
        </p:nvCxnSpPr>
        <p:spPr>
          <a:xfrm>
            <a:off x="7935764" y="862784"/>
            <a:ext cx="194438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D552B67-FEB4-0458-C5B7-C95A5CC8BCBA}"/>
              </a:ext>
            </a:extLst>
          </p:cNvPr>
          <p:cNvSpPr txBox="1"/>
          <p:nvPr/>
        </p:nvSpPr>
        <p:spPr>
          <a:xfrm rot="19194992">
            <a:off x="8644902" y="1731248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Input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D55DE-141E-42A8-2FC9-BF4116BEDE77}"/>
              </a:ext>
            </a:extLst>
          </p:cNvPr>
          <p:cNvSpPr txBox="1"/>
          <p:nvPr/>
        </p:nvSpPr>
        <p:spPr>
          <a:xfrm rot="19194992">
            <a:off x="9004661" y="1758161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3E544-0778-796E-5BF9-6FC977A469AD}"/>
              </a:ext>
            </a:extLst>
          </p:cNvPr>
          <p:cNvSpPr txBox="1"/>
          <p:nvPr/>
        </p:nvSpPr>
        <p:spPr>
          <a:xfrm rot="19194992">
            <a:off x="9673690" y="1649637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IP:FLAG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8044AF-327B-96F1-5015-4387D208C6FF}"/>
              </a:ext>
            </a:extLst>
          </p:cNvPr>
          <p:cNvSpPr txBox="1"/>
          <p:nvPr/>
        </p:nvSpPr>
        <p:spPr>
          <a:xfrm rot="19194992">
            <a:off x="9300841" y="1664425"/>
            <a:ext cx="733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Washes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164440-DAED-0B5B-38EC-4879C1F2F1E5}"/>
              </a:ext>
            </a:extLst>
          </p:cNvPr>
          <p:cNvCxnSpPr>
            <a:cxnSpLocks/>
          </p:cNvCxnSpPr>
          <p:nvPr/>
        </p:nvCxnSpPr>
        <p:spPr>
          <a:xfrm>
            <a:off x="8900501" y="1423764"/>
            <a:ext cx="1669569" cy="91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A04308D-5B4D-F94B-F4BA-98EAA6185F10}"/>
              </a:ext>
            </a:extLst>
          </p:cNvPr>
          <p:cNvSpPr txBox="1"/>
          <p:nvPr/>
        </p:nvSpPr>
        <p:spPr>
          <a:xfrm>
            <a:off x="5967448" y="5205228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10 kDa -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F5F1F7-0A8F-858F-2D3A-9FD6C35D0744}"/>
              </a:ext>
            </a:extLst>
          </p:cNvPr>
          <p:cNvSpPr txBox="1"/>
          <p:nvPr/>
        </p:nvSpPr>
        <p:spPr>
          <a:xfrm>
            <a:off x="5967448" y="5040963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15 kDa 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E25547-6190-ACFC-B57B-9A3B06A059A9}"/>
              </a:ext>
            </a:extLst>
          </p:cNvPr>
          <p:cNvSpPr txBox="1"/>
          <p:nvPr/>
        </p:nvSpPr>
        <p:spPr>
          <a:xfrm>
            <a:off x="5967448" y="4794742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25 kDa -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C41407-F6A5-93C5-E9F6-9B2BA34951F1}"/>
              </a:ext>
            </a:extLst>
          </p:cNvPr>
          <p:cNvSpPr txBox="1"/>
          <p:nvPr/>
        </p:nvSpPr>
        <p:spPr>
          <a:xfrm>
            <a:off x="5967448" y="4498182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35 kDa -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C0B735-F5C9-97D9-FD9D-38C70148AC66}"/>
              </a:ext>
            </a:extLst>
          </p:cNvPr>
          <p:cNvSpPr txBox="1"/>
          <p:nvPr/>
        </p:nvSpPr>
        <p:spPr>
          <a:xfrm>
            <a:off x="5967448" y="4114318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55 kDa 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2D1A2C-4FB8-79D5-3AAF-143F01580D72}"/>
              </a:ext>
            </a:extLst>
          </p:cNvPr>
          <p:cNvSpPr txBox="1"/>
          <p:nvPr/>
        </p:nvSpPr>
        <p:spPr>
          <a:xfrm>
            <a:off x="5951612" y="3839748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70 kDa -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639DCC-0554-9F4B-B585-F7B22B49B895}"/>
              </a:ext>
            </a:extLst>
          </p:cNvPr>
          <p:cNvSpPr txBox="1"/>
          <p:nvPr/>
        </p:nvSpPr>
        <p:spPr>
          <a:xfrm>
            <a:off x="5951613" y="2754562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250 kDa -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A68DFC-B595-E15A-EA7D-CA90B6A70E7C}"/>
              </a:ext>
            </a:extLst>
          </p:cNvPr>
          <p:cNvSpPr txBox="1"/>
          <p:nvPr/>
        </p:nvSpPr>
        <p:spPr>
          <a:xfrm>
            <a:off x="5951613" y="2940168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130 kDa 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AF45D0-7805-F4D5-DEF6-DF53F0B2912E}"/>
              </a:ext>
            </a:extLst>
          </p:cNvPr>
          <p:cNvSpPr txBox="1"/>
          <p:nvPr/>
        </p:nvSpPr>
        <p:spPr>
          <a:xfrm>
            <a:off x="5951612" y="3163352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100 kDa 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C57F45-AFEF-DB48-2439-B404C8AFBD7F}"/>
              </a:ext>
            </a:extLst>
          </p:cNvPr>
          <p:cNvSpPr txBox="1"/>
          <p:nvPr/>
        </p:nvSpPr>
        <p:spPr>
          <a:xfrm>
            <a:off x="6006757" y="3455884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70 kDa 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1876D8-1C8C-546A-FB6E-77485DA9BBFA}"/>
              </a:ext>
            </a:extLst>
          </p:cNvPr>
          <p:cNvSpPr txBox="1"/>
          <p:nvPr/>
        </p:nvSpPr>
        <p:spPr>
          <a:xfrm>
            <a:off x="10032504" y="2877672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Codanin-1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6900D3-7295-CEB0-600E-40C3658EA963}"/>
              </a:ext>
            </a:extLst>
          </p:cNvPr>
          <p:cNvSpPr txBox="1"/>
          <p:nvPr/>
        </p:nvSpPr>
        <p:spPr>
          <a:xfrm>
            <a:off x="11017069" y="3503064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α</a:t>
            </a:r>
            <a:r>
              <a:rPr lang="en-GB" sz="1200" i="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>
                <a:latin typeface="Helvetica" pitchFamily="2" charset="0"/>
              </a:rPr>
              <a:t>Codanin-1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CC52A8-C4C6-7D27-0142-D013ED703FBE}"/>
              </a:ext>
            </a:extLst>
          </p:cNvPr>
          <p:cNvSpPr txBox="1"/>
          <p:nvPr/>
        </p:nvSpPr>
        <p:spPr>
          <a:xfrm>
            <a:off x="10021114" y="4520878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CDIN1-FLAG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0E43DC-94FE-523C-871B-13FD4298516B}"/>
              </a:ext>
            </a:extLst>
          </p:cNvPr>
          <p:cNvSpPr txBox="1"/>
          <p:nvPr/>
        </p:nvSpPr>
        <p:spPr>
          <a:xfrm>
            <a:off x="10014088" y="4042242"/>
            <a:ext cx="11560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Heavy Chain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7B8BD5-A649-92F9-0A2F-2837980C4701}"/>
              </a:ext>
            </a:extLst>
          </p:cNvPr>
          <p:cNvSpPr txBox="1"/>
          <p:nvPr/>
        </p:nvSpPr>
        <p:spPr>
          <a:xfrm>
            <a:off x="10045832" y="4815294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Light Chain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D4A39C-AF17-A6C5-914D-98263D776C02}"/>
              </a:ext>
            </a:extLst>
          </p:cNvPr>
          <p:cNvSpPr txBox="1"/>
          <p:nvPr/>
        </p:nvSpPr>
        <p:spPr>
          <a:xfrm>
            <a:off x="11029539" y="5572789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α</a:t>
            </a:r>
            <a:r>
              <a:rPr lang="en-GB" sz="1200" i="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i="0" dirty="0">
                <a:latin typeface="Helvetica" pitchFamily="2" charset="0"/>
                <a:cs typeface="Arial" panose="020B0604020202020204" pitchFamily="34" charset="0"/>
              </a:rPr>
              <a:t>FLAG</a:t>
            </a:r>
            <a:endParaRPr lang="en-US" sz="1200" dirty="0">
              <a:latin typeface="Helvetica" pitchFamily="2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083506C-975B-8788-AF6C-07CF457A6E5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446" t="-7461" r="-5980" b="-17896"/>
          <a:stretch/>
        </p:blipFill>
        <p:spPr>
          <a:xfrm>
            <a:off x="675812" y="3971812"/>
            <a:ext cx="5045112" cy="2959274"/>
          </a:xfrm>
          <a:prstGeom prst="rect">
            <a:avLst/>
          </a:prstGeom>
          <a:ln>
            <a:noFill/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41A990F1-C68B-13D8-A46B-E9B028AC4476}"/>
              </a:ext>
            </a:extLst>
          </p:cNvPr>
          <p:cNvSpPr txBox="1"/>
          <p:nvPr/>
        </p:nvSpPr>
        <p:spPr>
          <a:xfrm>
            <a:off x="46652" y="5775031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10 kDa -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3EBBE7-5AD9-4FA9-64F8-15B2B6B32316}"/>
              </a:ext>
            </a:extLst>
          </p:cNvPr>
          <p:cNvSpPr txBox="1"/>
          <p:nvPr/>
        </p:nvSpPr>
        <p:spPr>
          <a:xfrm>
            <a:off x="46652" y="5610766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15 kDa 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C314E67-8116-B71A-EDF0-74338C98CA53}"/>
              </a:ext>
            </a:extLst>
          </p:cNvPr>
          <p:cNvSpPr txBox="1"/>
          <p:nvPr/>
        </p:nvSpPr>
        <p:spPr>
          <a:xfrm>
            <a:off x="46652" y="5276863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25 kDa -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6E7BE9-B700-D836-8BC4-013A0911D36B}"/>
              </a:ext>
            </a:extLst>
          </p:cNvPr>
          <p:cNvSpPr txBox="1"/>
          <p:nvPr/>
        </p:nvSpPr>
        <p:spPr>
          <a:xfrm>
            <a:off x="46652" y="4980303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35 kDa -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04D2AF-DF6C-AE4C-12A0-2EDF02897F75}"/>
              </a:ext>
            </a:extLst>
          </p:cNvPr>
          <p:cNvSpPr txBox="1"/>
          <p:nvPr/>
        </p:nvSpPr>
        <p:spPr>
          <a:xfrm>
            <a:off x="46652" y="4458653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55 kDa -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607C02-E560-2EAD-956B-6C2E3B7E4DE8}"/>
              </a:ext>
            </a:extLst>
          </p:cNvPr>
          <p:cNvSpPr txBox="1"/>
          <p:nvPr/>
        </p:nvSpPr>
        <p:spPr>
          <a:xfrm>
            <a:off x="30816" y="4221661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70 kDa -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3CC921-A522-5A66-5D81-625D7C063105}"/>
              </a:ext>
            </a:extLst>
          </p:cNvPr>
          <p:cNvSpPr txBox="1"/>
          <p:nvPr/>
        </p:nvSpPr>
        <p:spPr>
          <a:xfrm rot="19194992">
            <a:off x="1497362" y="3780136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Input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F4FBF8-EE5F-57A7-6CF2-40C11C0E3B20}"/>
              </a:ext>
            </a:extLst>
          </p:cNvPr>
          <p:cNvSpPr txBox="1"/>
          <p:nvPr/>
        </p:nvSpPr>
        <p:spPr>
          <a:xfrm rot="19194992">
            <a:off x="1878445" y="3833312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845A30-3604-71AB-62D9-714EF53A6CE7}"/>
              </a:ext>
            </a:extLst>
          </p:cNvPr>
          <p:cNvSpPr txBox="1"/>
          <p:nvPr/>
        </p:nvSpPr>
        <p:spPr>
          <a:xfrm rot="19194992">
            <a:off x="2183324" y="3715211"/>
            <a:ext cx="733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Washes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63A880-E144-DCDA-9601-6E902A24260D}"/>
              </a:ext>
            </a:extLst>
          </p:cNvPr>
          <p:cNvSpPr txBox="1"/>
          <p:nvPr/>
        </p:nvSpPr>
        <p:spPr>
          <a:xfrm rot="19194992">
            <a:off x="2556133" y="3715210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Elution 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61277D-7B13-025E-AA84-A89029919EB5}"/>
              </a:ext>
            </a:extLst>
          </p:cNvPr>
          <p:cNvSpPr txBox="1"/>
          <p:nvPr/>
        </p:nvSpPr>
        <p:spPr>
          <a:xfrm rot="19194992">
            <a:off x="2946788" y="3717823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Elution 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AECFC4-9401-6D8C-8202-A60B64386778}"/>
              </a:ext>
            </a:extLst>
          </p:cNvPr>
          <p:cNvSpPr txBox="1"/>
          <p:nvPr/>
        </p:nvSpPr>
        <p:spPr>
          <a:xfrm rot="19194992">
            <a:off x="3337019" y="3730445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Elution 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305880-5A19-246B-43B5-5971359C97F1}"/>
              </a:ext>
            </a:extLst>
          </p:cNvPr>
          <p:cNvSpPr txBox="1"/>
          <p:nvPr/>
        </p:nvSpPr>
        <p:spPr>
          <a:xfrm>
            <a:off x="2949053" y="3220610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IP:FLAG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261D470-69D0-4AE4-AD73-92CF419941FB}"/>
              </a:ext>
            </a:extLst>
          </p:cNvPr>
          <p:cNvCxnSpPr>
            <a:cxnSpLocks/>
          </p:cNvCxnSpPr>
          <p:nvPr/>
        </p:nvCxnSpPr>
        <p:spPr>
          <a:xfrm>
            <a:off x="2819704" y="3545545"/>
            <a:ext cx="106406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091661E-B75E-10DD-8258-F42732AD7716}"/>
              </a:ext>
            </a:extLst>
          </p:cNvPr>
          <p:cNvSpPr txBox="1"/>
          <p:nvPr/>
        </p:nvSpPr>
        <p:spPr>
          <a:xfrm>
            <a:off x="3700510" y="4894051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CDIN1-FLAG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AFF92D-2539-BE92-0EDD-493D8749BB69}"/>
              </a:ext>
            </a:extLst>
          </p:cNvPr>
          <p:cNvSpPr txBox="1"/>
          <p:nvPr/>
        </p:nvSpPr>
        <p:spPr>
          <a:xfrm>
            <a:off x="3693484" y="4365311"/>
            <a:ext cx="11560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Heavy Chain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DB33DB-6603-BD92-B9A5-ACDD69A399DC}"/>
              </a:ext>
            </a:extLst>
          </p:cNvPr>
          <p:cNvSpPr txBox="1"/>
          <p:nvPr/>
        </p:nvSpPr>
        <p:spPr>
          <a:xfrm>
            <a:off x="3725228" y="5226045"/>
            <a:ext cx="1053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Light Chain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85C741-975C-A8B6-FEF3-F997F31A6F3C}"/>
              </a:ext>
            </a:extLst>
          </p:cNvPr>
          <p:cNvSpPr txBox="1"/>
          <p:nvPr/>
        </p:nvSpPr>
        <p:spPr>
          <a:xfrm>
            <a:off x="4744494" y="6524296"/>
            <a:ext cx="728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α</a:t>
            </a:r>
            <a:r>
              <a:rPr lang="en-GB" sz="1200" i="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i="0" dirty="0">
                <a:latin typeface="Helvetica" pitchFamily="2" charset="0"/>
                <a:cs typeface="Arial" panose="020B0604020202020204" pitchFamily="34" charset="0"/>
              </a:rPr>
              <a:t>FLAG</a:t>
            </a:r>
            <a:endParaRPr lang="en-US" sz="1200" dirty="0">
              <a:latin typeface="Helvetica" pitchFamily="2" charset="0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FBE92686-20CB-A1D7-2E74-6E8116C08A4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3701" t="-16931" r="-1500" b="-7747"/>
          <a:stretch/>
        </p:blipFill>
        <p:spPr>
          <a:xfrm>
            <a:off x="908819" y="1821563"/>
            <a:ext cx="3994742" cy="1228856"/>
          </a:xfrm>
          <a:prstGeom prst="rect">
            <a:avLst/>
          </a:prstGeom>
          <a:ln>
            <a:noFill/>
          </a:ln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C2BD765-B989-8E31-0792-3B5AC993CB04}"/>
              </a:ext>
            </a:extLst>
          </p:cNvPr>
          <p:cNvSpPr txBox="1"/>
          <p:nvPr/>
        </p:nvSpPr>
        <p:spPr>
          <a:xfrm>
            <a:off x="204998" y="1978536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250 kDa -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4940CA-3D9C-92F9-838C-9866B1B3B366}"/>
              </a:ext>
            </a:extLst>
          </p:cNvPr>
          <p:cNvSpPr txBox="1"/>
          <p:nvPr/>
        </p:nvSpPr>
        <p:spPr>
          <a:xfrm>
            <a:off x="204998" y="2289402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130 kDa -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ABBFA0-A61A-3C3E-6AF2-8C7A66BA3DDE}"/>
              </a:ext>
            </a:extLst>
          </p:cNvPr>
          <p:cNvSpPr txBox="1"/>
          <p:nvPr/>
        </p:nvSpPr>
        <p:spPr>
          <a:xfrm>
            <a:off x="204997" y="2600268"/>
            <a:ext cx="849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100 kDa -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E3454F-8924-01CD-258D-DAB7904F3FA2}"/>
              </a:ext>
            </a:extLst>
          </p:cNvPr>
          <p:cNvSpPr txBox="1"/>
          <p:nvPr/>
        </p:nvSpPr>
        <p:spPr>
          <a:xfrm rot="19194992">
            <a:off x="1675579" y="1593794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Input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EDEA276-A407-F47A-F869-C7E505B5695D}"/>
              </a:ext>
            </a:extLst>
          </p:cNvPr>
          <p:cNvSpPr txBox="1"/>
          <p:nvPr/>
        </p:nvSpPr>
        <p:spPr>
          <a:xfrm rot="19194992">
            <a:off x="2056662" y="1646970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9D5B9BE-7981-0633-3FCE-4DB7267A27C9}"/>
              </a:ext>
            </a:extLst>
          </p:cNvPr>
          <p:cNvSpPr txBox="1"/>
          <p:nvPr/>
        </p:nvSpPr>
        <p:spPr>
          <a:xfrm rot="19194992">
            <a:off x="2361541" y="1528869"/>
            <a:ext cx="733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Washes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02897C-16CB-6DF6-EA06-C9C2E1EA147C}"/>
              </a:ext>
            </a:extLst>
          </p:cNvPr>
          <p:cNvSpPr txBox="1"/>
          <p:nvPr/>
        </p:nvSpPr>
        <p:spPr>
          <a:xfrm rot="19194992">
            <a:off x="2734350" y="1528868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Elution 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11776E-D4F4-CF50-279C-9690F1752A10}"/>
              </a:ext>
            </a:extLst>
          </p:cNvPr>
          <p:cNvSpPr txBox="1"/>
          <p:nvPr/>
        </p:nvSpPr>
        <p:spPr>
          <a:xfrm rot="19194992">
            <a:off x="3125005" y="1531481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Elution 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65B1230-12D7-8BC2-4B51-A21482E3ED67}"/>
              </a:ext>
            </a:extLst>
          </p:cNvPr>
          <p:cNvSpPr txBox="1"/>
          <p:nvPr/>
        </p:nvSpPr>
        <p:spPr>
          <a:xfrm rot="19194992">
            <a:off x="3515236" y="1544103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Elution 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60CE9B-ECBC-26FD-956F-2202D92C60C8}"/>
              </a:ext>
            </a:extLst>
          </p:cNvPr>
          <p:cNvSpPr txBox="1"/>
          <p:nvPr/>
        </p:nvSpPr>
        <p:spPr>
          <a:xfrm>
            <a:off x="3127270" y="1034268"/>
            <a:ext cx="7761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IP:FLAG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285FD84-4FDD-2C3D-84B2-4124C2617FC7}"/>
              </a:ext>
            </a:extLst>
          </p:cNvPr>
          <p:cNvCxnSpPr>
            <a:cxnSpLocks/>
          </p:cNvCxnSpPr>
          <p:nvPr/>
        </p:nvCxnSpPr>
        <p:spPr>
          <a:xfrm>
            <a:off x="2997921" y="1359203"/>
            <a:ext cx="106406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88A1B76-A235-C91F-AA13-02F262F94AE6}"/>
              </a:ext>
            </a:extLst>
          </p:cNvPr>
          <p:cNvSpPr txBox="1"/>
          <p:nvPr/>
        </p:nvSpPr>
        <p:spPr>
          <a:xfrm>
            <a:off x="4149684" y="2191721"/>
            <a:ext cx="984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- Codanin-1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34587C0-5290-C7FD-639A-C17A657E43CA}"/>
              </a:ext>
            </a:extLst>
          </p:cNvPr>
          <p:cNvSpPr txBox="1"/>
          <p:nvPr/>
        </p:nvSpPr>
        <p:spPr>
          <a:xfrm>
            <a:off x="3923830" y="2949927"/>
            <a:ext cx="10310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α</a:t>
            </a:r>
            <a:r>
              <a:rPr lang="en-GB" sz="1200" i="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>
                <a:latin typeface="Helvetica" pitchFamily="2" charset="0"/>
              </a:rPr>
              <a:t>Codanin-1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432C339-066F-6514-1F0C-8289CDA9C80E}"/>
              </a:ext>
            </a:extLst>
          </p:cNvPr>
          <p:cNvCxnSpPr>
            <a:cxnSpLocks/>
          </p:cNvCxnSpPr>
          <p:nvPr/>
        </p:nvCxnSpPr>
        <p:spPr>
          <a:xfrm>
            <a:off x="1042018" y="889737"/>
            <a:ext cx="443056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D671884-1BC5-14EB-0C01-619598B76209}"/>
              </a:ext>
            </a:extLst>
          </p:cNvPr>
          <p:cNvSpPr txBox="1"/>
          <p:nvPr/>
        </p:nvSpPr>
        <p:spPr>
          <a:xfrm>
            <a:off x="2696086" y="533145"/>
            <a:ext cx="1122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150 mM NaCl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E70E87D-A5A4-501A-A7E7-EB1366A22437}"/>
              </a:ext>
            </a:extLst>
          </p:cNvPr>
          <p:cNvSpPr txBox="1"/>
          <p:nvPr/>
        </p:nvSpPr>
        <p:spPr>
          <a:xfrm>
            <a:off x="2152485" y="154729"/>
            <a:ext cx="2200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Helvetica" pitchFamily="2" charset="0"/>
              </a:rPr>
              <a:t>CDIN1</a:t>
            </a:r>
            <a:r>
              <a:rPr lang="en-US" sz="1200" baseline="30000" dirty="0">
                <a:latin typeface="Helvetica" pitchFamily="2" charset="0"/>
              </a:rPr>
              <a:t>3xFlag </a:t>
            </a:r>
            <a:r>
              <a:rPr lang="en-US" sz="1200" dirty="0">
                <a:latin typeface="Helvetica" pitchFamily="2" charset="0"/>
              </a:rPr>
              <a:t>HUDEP-2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AB60C7F-6451-88F2-9A93-104A6817CFB1}"/>
              </a:ext>
            </a:extLst>
          </p:cNvPr>
          <p:cNvCxnSpPr>
            <a:cxnSpLocks/>
          </p:cNvCxnSpPr>
          <p:nvPr/>
        </p:nvCxnSpPr>
        <p:spPr>
          <a:xfrm>
            <a:off x="2288214" y="477851"/>
            <a:ext cx="194438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702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259</Words>
  <Application>Microsoft Macintosh PowerPoint</Application>
  <PresentationFormat>Widescreen</PresentationFormat>
  <Paragraphs>123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Office Theme</vt:lpstr>
      <vt:lpstr>Western Blot data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Western Blot data</dc:title>
  <dc:creator>Sanja Brolih</dc:creator>
  <cp:lastModifiedBy>Sanja Brolih</cp:lastModifiedBy>
  <cp:revision>1</cp:revision>
  <dcterms:created xsi:type="dcterms:W3CDTF">2026-02-23T09:02:51Z</dcterms:created>
  <dcterms:modified xsi:type="dcterms:W3CDTF">2026-02-23T09:23:27Z</dcterms:modified>
</cp:coreProperties>
</file>